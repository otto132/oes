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7315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Eco-Insight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OS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Revenue Operations for the Renewable Energy Market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v0.2.0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Eco-Insight?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Revenue Operations platform built for the GoO (Guarantees of Origin), renewable certificates, and PPA market. It combines a lightweight CRM with AI agents that automate market intelligence, lead qualification, email classification, and deal monitoring — all with human-in-the-loop approval.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58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14884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258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14884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258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14884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258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(Google SSO)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310896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3218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React Query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218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10896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3218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65176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66344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13+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67512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Eco-Insight Revenue OS  |  Confidential  |  2/8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CRM Workflows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124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3807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from RSS feeds, scored by AI, convertible to Leads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124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47872" y="13807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board: New &gt; Researching &gt; Qualified &gt; Converted / Disqualified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1124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13807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FIUAC scoring, contacts, activities, AI-generated briefs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1031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10312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432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through 10-stage pipeline with health scoring (4 dimensions)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21031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10312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3547872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47872" y="2432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roles (Champion, Buyer, Influencer, Blocker) &amp; warmth tracking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1031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10312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432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Outlook emails with AI classification into 9 categories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1546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15468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items with assignees, reviewers, goal linkage, follow-ups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31546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83280" y="315468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3547872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47872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 with prep status and outcome logging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315468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15468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91072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emails, meetings, calls, notes linked to accounts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Eco-Insight Revenue OS  |  Confidential  |  3/8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creates Queue Items requiring human approval before side-effects.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3840480" cy="960120"/>
          </a:xfrm>
          <a:prstGeom prst="rect">
            <a:avLst/>
          </a:prstGeom>
          <a:solidFill>
            <a:srgbClr val="2330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25880"/>
            <a:ext cx="54864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Hunter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7099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RSS feeds, matches signals to accounts by pain/name, scores relevance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3840480" cy="960120"/>
          </a:xfrm>
          <a:prstGeom prst="rect">
            <a:avLst/>
          </a:prstGeom>
          <a:solidFill>
            <a:srgbClr val="2330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25880"/>
            <a:ext cx="54864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7099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Auto-scores new leads using FIUAC criteria, creates queue items for review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423160"/>
            <a:ext cx="3840480" cy="960120"/>
          </a:xfrm>
          <a:prstGeom prst="rect">
            <a:avLst/>
          </a:prstGeom>
          <a:solidFill>
            <a:srgbClr val="2330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423160"/>
            <a:ext cx="54864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Classifier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2807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emails into 9 categories (positive reply, objection, meeting, etc.)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2423160"/>
            <a:ext cx="3840480" cy="960120"/>
          </a:xfrm>
          <a:prstGeom prst="rect">
            <a:avLst/>
          </a:prstGeom>
          <a:solidFill>
            <a:srgbClr val="2330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2423160"/>
            <a:ext cx="54864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Enricher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2807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account briefs: pain points, why-now triggers, competitor analysis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3520440"/>
            <a:ext cx="3840480" cy="960120"/>
          </a:xfrm>
          <a:prstGeom prst="rect">
            <a:avLst/>
          </a:prstGeom>
          <a:solidFill>
            <a:srgbClr val="2330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520440"/>
            <a:ext cx="54864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611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Drafter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3904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email drafts for queue approval before sending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3520440"/>
            <a:ext cx="3840480" cy="960120"/>
          </a:xfrm>
          <a:prstGeom prst="rect">
            <a:avLst/>
          </a:prstGeom>
          <a:solidFill>
            <a:srgbClr val="2330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3520440"/>
            <a:ext cx="54864" cy="9601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3611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Hygiene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46320" y="3904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at-risk deals, suggests next actions, tracks health scores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3794760"/>
            <a:ext cx="1417320" cy="411480"/>
          </a:xfrm>
          <a:prstGeom prst="rect">
            <a:avLst/>
          </a:prstGeom>
          <a:solidFill>
            <a:srgbClr val="2A3A50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057400" y="37947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286000" y="3794760"/>
            <a:ext cx="1417320" cy="411480"/>
          </a:xfrm>
          <a:prstGeom prst="rect">
            <a:avLst/>
          </a:prstGeom>
          <a:solidFill>
            <a:srgbClr val="2A3A50"/>
          </a:solidFill>
          <a:ln/>
        </p:spPr>
      </p:sp>
      <p:sp>
        <p:nvSpPr>
          <p:cNvPr id="34" name="Text 31"/>
          <p:cNvSpPr/>
          <p:nvPr/>
        </p:nvSpPr>
        <p:spPr>
          <a:xfrm>
            <a:off x="228600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Item Created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703320" y="37947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931920" y="3794760"/>
            <a:ext cx="1417320" cy="411480"/>
          </a:xfrm>
          <a:prstGeom prst="rect">
            <a:avLst/>
          </a:prstGeom>
          <a:solidFill>
            <a:srgbClr val="2A3A50"/>
          </a:solidFill>
          <a:ln/>
        </p:spPr>
      </p:sp>
      <p:sp>
        <p:nvSpPr>
          <p:cNvPr id="37" name="Text 34"/>
          <p:cNvSpPr/>
          <p:nvPr/>
        </p:nvSpPr>
        <p:spPr>
          <a:xfrm>
            <a:off x="393192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349240" y="37947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577840" y="3794760"/>
            <a:ext cx="141732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0" name="Text 37"/>
          <p:cNvSpPr/>
          <p:nvPr/>
        </p:nvSpPr>
        <p:spPr>
          <a:xfrm>
            <a:off x="557784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Edit / Reject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995160" y="37947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7223760" y="3794760"/>
            <a:ext cx="1417320" cy="411480"/>
          </a:xfrm>
          <a:prstGeom prst="rect">
            <a:avLst/>
          </a:prstGeom>
          <a:solidFill>
            <a:srgbClr val="2A3A50"/>
          </a:solidFill>
          <a:ln/>
        </p:spPr>
      </p:sp>
      <p:sp>
        <p:nvSpPr>
          <p:cNvPr id="43" name="Text 40"/>
          <p:cNvSpPr/>
          <p:nvPr/>
        </p:nvSpPr>
        <p:spPr>
          <a:xfrm>
            <a:off x="722376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Side-effect Commits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Eco-Insight Revenue OS  |  Confidential  |  4/8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 &amp; Infrastructure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Integration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463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sync from Outlook via Microsoft Graph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matching to auto-link emails to accounts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 with attendee matching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OAuth token management with refresh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by Graph messageId (no duplicates)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 Control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1463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SSO via NextAuth v5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roles: Admin, Member, Viewer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blocked from all mutations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middleware protects all routes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endpoints secured via x-cron-secret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 (Vercel Cron)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977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midnight: Email + calendar sync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noon: Run due AI agents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Sun 3 AM: Data retention cleanup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36118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(Next.js native platform)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 (auto-backups + PITR)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migrations version-controlled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Eco-Insight Revenue OS  |  Confidential  |  5/8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26060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2606040" cy="41148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332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SSO + RBAC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45+ API endpoints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AI agents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approval workflow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calendar sync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+ badges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 + NBA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(Cmd+K)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(all tabs)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29000" y="960120"/>
            <a:ext cx="26060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960120"/>
            <a:ext cx="2606040" cy="41148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332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Working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146304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Kanban — renders with real data; stage side-effects not fully tested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workflows — list/detail exist; prep + outcome logging partial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Analysis — model + agent exist; UI not built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6060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960120"/>
            <a:ext cx="2606040" cy="41148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332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Done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146304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 columns (P1) — currently flat list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support (P1) — schema ready, isolation not wired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queue items (P2) — 30s window designed, not coded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 (P2)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(P2)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(P2)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(P2)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 tests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Eco-Insight Revenue OS  |  Confidential  |  6/8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Glossary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terms consistently across the team.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FIUAC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Scoring: Fit, Interest, Urgency, Authority, Capacity (0-100 each)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intelligence item detected by Signal Hunter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Agent-proposed action requiring human approval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Side-effect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triggered when a Queue Item is approved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Best Action — prioritized suggestions on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dimensions: Engagement, Stakeholder, Technical, 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engagement: Cold, Warm, 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Champion, Economic Buyer, Technical Buyer, Influencer, Blocker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&gt; Researching &gt; Qualified &gt; Converted / Disqualified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 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&gt; Discovery &gt; Solution Design &gt; Proposal &gt; Negotiation &gt; Verbal Commit &gt; Contracting &gt; Won / Lost / Churned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execution with metrics (scanned, created, errors)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lib/adapters.ts — converts Prisma DB types to UI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scopedDb() — filters queries by user ownership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Workspace/org — single-tenant now, multi-tenant in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Eco-Insight Revenue OS  |  Confidential  |  7/8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Files &amp; Environment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2296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prisma/schema.prisma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src/lib/types.ts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Adapters (DB &gt; UI)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src/lib/adapters.ts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routes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src/app/api/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src/lib/agents/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registry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src/lib/agents/registry.ts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Query hooks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src/lib/api.ts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src/lib/store.ts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src/auth.ts + src/auth.config.ts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src/middleware.ts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src/app/(dashboard)/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src/lib/agents/__tests__/, e2e/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822960"/>
          <a:ext cx="37490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77240"/>
                <a:gridCol w="14630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DATABASE_URL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connection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NEXTAUTH_SECRET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encryption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NEXTAUTH_URL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canonical URL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GOOGLE_CLIENT_ID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OAuth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GOOGLE_CLIENT_SECRET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OAuth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ANTHROPIC_API_KEY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key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MICROSOFT_CLIENT_ID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OAuth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MICROSOFT_CLIENT_SECRET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OAuth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CRON_SECRET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cron endpoints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Eco-Insight Revenue OS  |  Confidential  |  8/8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Eco-Insight Revenue OS — App Overview</dc:title>
  <dc:subject>PptxGenJS Presentation</dc:subject>
  <dc:creator>Eco-Insight Team</dc:creator>
  <cp:lastModifiedBy>Eco-Insight Team</cp:lastModifiedBy>
  <cp:revision>1</cp:revision>
  <dcterms:created xsi:type="dcterms:W3CDTF">2026-03-14T11:53:39Z</dcterms:created>
  <dcterms:modified xsi:type="dcterms:W3CDTF">2026-03-14T11:53:39Z</dcterms:modified>
</cp:coreProperties>
</file>